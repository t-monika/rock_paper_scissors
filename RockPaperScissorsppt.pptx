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7" r:id="rId11"/>
    <p:sldId id="270" r:id="rId12"/>
    <p:sldId id="269" r:id="rId13"/>
    <p:sldId id="271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6E12A6-5EC0-45F7-B948-22CE20EC7D6A}" v="4" dt="2025-04-26T07:46:32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Thangaraj" userId="9c11843ac066d72d" providerId="LiveId" clId="{D86E12A6-5EC0-45F7-B948-22CE20EC7D6A}"/>
    <pc:docChg chg="addSld modSld sldOrd">
      <pc:chgData name="Monika Thangaraj" userId="9c11843ac066d72d" providerId="LiveId" clId="{D86E12A6-5EC0-45F7-B948-22CE20EC7D6A}" dt="2025-04-26T07:48:07.127" v="76"/>
      <pc:docMkLst>
        <pc:docMk/>
      </pc:docMkLst>
      <pc:sldChg chg="addSp modSp mod">
        <pc:chgData name="Monika Thangaraj" userId="9c11843ac066d72d" providerId="LiveId" clId="{D86E12A6-5EC0-45F7-B948-22CE20EC7D6A}" dt="2025-04-26T07:47:41.733" v="74" actId="14100"/>
        <pc:sldMkLst>
          <pc:docMk/>
          <pc:sldMk cId="901182519" sldId="269"/>
        </pc:sldMkLst>
        <pc:spChg chg="mod">
          <ac:chgData name="Monika Thangaraj" userId="9c11843ac066d72d" providerId="LiveId" clId="{D86E12A6-5EC0-45F7-B948-22CE20EC7D6A}" dt="2025-04-26T07:47:37.096" v="73" actId="1076"/>
          <ac:spMkLst>
            <pc:docMk/>
            <pc:sldMk cId="901182519" sldId="269"/>
            <ac:spMk id="152" creationId="{76026487-1117-786A-7CA9-6DB0C7486C7F}"/>
          </ac:spMkLst>
        </pc:spChg>
        <pc:picChg chg="add mod">
          <ac:chgData name="Monika Thangaraj" userId="9c11843ac066d72d" providerId="LiveId" clId="{D86E12A6-5EC0-45F7-B948-22CE20EC7D6A}" dt="2025-04-26T07:47:41.733" v="74" actId="14100"/>
          <ac:picMkLst>
            <pc:docMk/>
            <pc:sldMk cId="901182519" sldId="269"/>
            <ac:picMk id="3" creationId="{BBCD9FB5-62BF-2256-C5B8-F621D84C1B50}"/>
          </ac:picMkLst>
        </pc:picChg>
      </pc:sldChg>
      <pc:sldChg chg="addSp modSp add mod ord">
        <pc:chgData name="Monika Thangaraj" userId="9c11843ac066d72d" providerId="LiveId" clId="{D86E12A6-5EC0-45F7-B948-22CE20EC7D6A}" dt="2025-04-26T07:48:07.127" v="76"/>
        <pc:sldMkLst>
          <pc:docMk/>
          <pc:sldMk cId="3422815004" sldId="270"/>
        </pc:sldMkLst>
        <pc:spChg chg="mod">
          <ac:chgData name="Monika Thangaraj" userId="9c11843ac066d72d" providerId="LiveId" clId="{D86E12A6-5EC0-45F7-B948-22CE20EC7D6A}" dt="2025-04-26T07:46:07.160" v="46" actId="1076"/>
          <ac:spMkLst>
            <pc:docMk/>
            <pc:sldMk cId="3422815004" sldId="270"/>
            <ac:spMk id="152" creationId="{91D57330-66A8-8219-6782-F14014FD4433}"/>
          </ac:spMkLst>
        </pc:spChg>
        <pc:picChg chg="add mod">
          <ac:chgData name="Monika Thangaraj" userId="9c11843ac066d72d" providerId="LiveId" clId="{D86E12A6-5EC0-45F7-B948-22CE20EC7D6A}" dt="2025-04-26T07:46:08.562" v="47" actId="1076"/>
          <ac:picMkLst>
            <pc:docMk/>
            <pc:sldMk cId="3422815004" sldId="270"/>
            <ac:picMk id="3" creationId="{2658D4C9-9A87-372C-51B5-42A8C38F5701}"/>
          </ac:picMkLst>
        </pc:picChg>
        <pc:picChg chg="add mod">
          <ac:chgData name="Monika Thangaraj" userId="9c11843ac066d72d" providerId="LiveId" clId="{D86E12A6-5EC0-45F7-B948-22CE20EC7D6A}" dt="2025-04-26T07:46:11.190" v="48" actId="1076"/>
          <ac:picMkLst>
            <pc:docMk/>
            <pc:sldMk cId="3422815004" sldId="270"/>
            <ac:picMk id="5" creationId="{858F6A0E-EF14-A0E5-7023-939EF764B2F5}"/>
          </ac:picMkLst>
        </pc:picChg>
        <pc:picChg chg="add mod">
          <ac:chgData name="Monika Thangaraj" userId="9c11843ac066d72d" providerId="LiveId" clId="{D86E12A6-5EC0-45F7-B948-22CE20EC7D6A}" dt="2025-04-26T07:46:14.006" v="49" actId="1076"/>
          <ac:picMkLst>
            <pc:docMk/>
            <pc:sldMk cId="3422815004" sldId="270"/>
            <ac:picMk id="7" creationId="{2965E185-98FD-F7AF-0E3E-438B01505BE5}"/>
          </ac:picMkLst>
        </pc:picChg>
      </pc:sldChg>
      <pc:sldChg chg="add">
        <pc:chgData name="Monika Thangaraj" userId="9c11843ac066d72d" providerId="LiveId" clId="{D86E12A6-5EC0-45F7-B948-22CE20EC7D6A}" dt="2025-04-26T07:41:32.707" v="1" actId="2890"/>
        <pc:sldMkLst>
          <pc:docMk/>
          <pc:sldMk cId="3069753227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8741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23F225E6-1BB1-D89F-6AD6-3763174E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:notes">
            <a:extLst>
              <a:ext uri="{FF2B5EF4-FFF2-40B4-BE49-F238E27FC236}">
                <a16:creationId xmlns:a16="http://schemas.microsoft.com/office/drawing/2014/main" id="{76BFBB12-FB44-0F1C-E07E-C394DADCA6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2:notes">
            <a:extLst>
              <a:ext uri="{FF2B5EF4-FFF2-40B4-BE49-F238E27FC236}">
                <a16:creationId xmlns:a16="http://schemas.microsoft.com/office/drawing/2014/main" id="{5A29C2BD-4914-F7F6-0FC2-67659F5F4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134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F393F4D9-E5D5-D000-A51B-18DF321F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:notes">
            <a:extLst>
              <a:ext uri="{FF2B5EF4-FFF2-40B4-BE49-F238E27FC236}">
                <a16:creationId xmlns:a16="http://schemas.microsoft.com/office/drawing/2014/main" id="{EFF739FB-7B5B-BFB6-422A-6E02D1E15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2:notes">
            <a:extLst>
              <a:ext uri="{FF2B5EF4-FFF2-40B4-BE49-F238E27FC236}">
                <a16:creationId xmlns:a16="http://schemas.microsoft.com/office/drawing/2014/main" id="{4F0A027E-A70C-F197-6845-691FB79064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715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C2262D13-D1C5-D3DB-FFB7-81E4EA53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:notes">
            <a:extLst>
              <a:ext uri="{FF2B5EF4-FFF2-40B4-BE49-F238E27FC236}">
                <a16:creationId xmlns:a16="http://schemas.microsoft.com/office/drawing/2014/main" id="{0E46791F-97D5-E5E0-C0B9-32300EB809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2:notes">
            <a:extLst>
              <a:ext uri="{FF2B5EF4-FFF2-40B4-BE49-F238E27FC236}">
                <a16:creationId xmlns:a16="http://schemas.microsoft.com/office/drawing/2014/main" id="{E8F050CC-EDCF-06DD-B3BC-14DC89A5C2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3418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2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2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5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title"/>
          </p:nvPr>
        </p:nvSpPr>
        <p:spPr>
          <a:xfrm>
            <a:off x="3813603" y="1391919"/>
            <a:ext cx="8086165" cy="115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i="1" dirty="0"/>
              <a:t>Rock Paper Scissors Game using Python Flask and MongoDB</a:t>
            </a:r>
            <a:endParaRPr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88" name="Google Shape;88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7859" y="4413708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7338194" y="5072707"/>
            <a:ext cx="6538127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600" b="1" dirty="0"/>
              <a:t>                                    </a:t>
            </a:r>
            <a:r>
              <a:rPr lang="en-IN" sz="1800" b="1" dirty="0"/>
              <a:t>                         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MONIKA T – 23CDR101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NANDHINI K –23CDR106</a:t>
            </a:r>
          </a:p>
        </p:txBody>
      </p:sp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E8A1AFDE-47CE-6D84-7526-127BAE3FEDF4}"/>
              </a:ext>
            </a:extLst>
          </p:cNvPr>
          <p:cNvSpPr/>
          <p:nvPr/>
        </p:nvSpPr>
        <p:spPr>
          <a:xfrm>
            <a:off x="4950161" y="3655487"/>
            <a:ext cx="653812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800" b="1" dirty="0"/>
              <a:t>Python project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800" b="1" dirty="0"/>
              <a:t>Review date – 26/04/2025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1CC0-219F-CCB8-A477-C0FFAF418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115" y="529390"/>
            <a:ext cx="10218821" cy="673768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F0497-EF43-B3C7-CD03-B20211638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7115" y="1203158"/>
            <a:ext cx="10539664" cy="5008965"/>
          </a:xfrm>
        </p:spPr>
        <p:txBody>
          <a:bodyPr/>
          <a:lstStyle/>
          <a:p>
            <a:pPr marL="127000" indent="0" algn="l">
              <a:lnSpc>
                <a:spcPct val="200000"/>
              </a:lnSpc>
            </a:pPr>
            <a:r>
              <a:rPr lang="en-US" dirty="0"/>
              <a:t>This project aims to implement the classic game </a:t>
            </a:r>
            <a:r>
              <a:rPr lang="en-US" i="1" dirty="0"/>
              <a:t>Rock Paper Scissors</a:t>
            </a:r>
            <a:r>
              <a:rPr lang="en-US" dirty="0"/>
              <a:t> in a web-based environment using </a:t>
            </a:r>
            <a:r>
              <a:rPr lang="en-US" b="1" dirty="0"/>
              <a:t>Python's Flask framework</a:t>
            </a:r>
            <a:r>
              <a:rPr lang="en-US" dirty="0"/>
              <a:t> and </a:t>
            </a:r>
            <a:r>
              <a:rPr lang="en-US" b="1" dirty="0"/>
              <a:t>MongoDB</a:t>
            </a:r>
            <a:r>
              <a:rPr lang="en-US" dirty="0"/>
              <a:t> for data storage. The goal is to create a fully functional interactive game where users can input their name, make a selection (rock, paper, or scissors), and receive feedback on whether they win, lose, or tie. The results, along with the user's name, are stored in </a:t>
            </a:r>
            <a:r>
              <a:rPr lang="en-US" b="1" dirty="0"/>
              <a:t>MongoDB</a:t>
            </a:r>
            <a:r>
              <a:rPr lang="en-US" dirty="0"/>
              <a:t> for future analysis. This project demonstrates key web development concepts such as server-side logic, routing, and data persistence in databases.</a:t>
            </a:r>
          </a:p>
          <a:p>
            <a:pPr marL="127000" indent="0" algn="l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431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4240209" y="409487"/>
            <a:ext cx="435864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14D8C9-0EE9-AF07-E442-BE9E49C6C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652" y="1582340"/>
            <a:ext cx="1101134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 web-based interactive game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Flask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backend processing.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MongoDB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store game results, including user names, choices, and outcomes.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seamless user 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users interact with the game through a simple web interface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results are dynamically displayed after each game.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 basic Python logic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(conditionals, loops, and randomization) and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technologies (HTML, CSS).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2805953" y="228601"/>
            <a:ext cx="7829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1166277" y="1073329"/>
            <a:ext cx="105843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6BE80D-5647-4101-577C-6B07C28C3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871DAAD-125C-3F2A-BE57-C61B69623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0F634FB-9BA5-3CF8-F544-0BE3B0D38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549" y="1582340"/>
            <a:ext cx="1116203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core programming language for backend logic and web development.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lightweight Python framework used to handle HTTP requests and create routes.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NoSQL database that stores user game data in a flexible format (document-based storage).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HTML/CSS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Basic frontend technologies used for structuring and styling the web pages.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Python's built-in module used to generate the computer's choice randomly for the game.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PyMongo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Python library that allows Python applications to interact with MongoDB.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BBA89C-05C2-90A8-80B8-C318DDBC4FFC}"/>
              </a:ext>
            </a:extLst>
          </p:cNvPr>
          <p:cNvSpPr txBox="1"/>
          <p:nvPr/>
        </p:nvSpPr>
        <p:spPr>
          <a:xfrm>
            <a:off x="1712653" y="267474"/>
            <a:ext cx="9157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36DF9F8-87C4-BE09-4DE9-651D7A9C5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1241705"/>
            <a:ext cx="109857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Users enter their name and select their move (rock, paper, or scissors) via the web interface.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Backend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Flask application receives the request, processes the user’s input, and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the computer's choice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 Logic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game logic compares the user’s and the computer’s choices and determines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whether the user wins, loses, or ties.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game result (along with the user’s name and choice) is stored in the MongoDB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 for future reference.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result is dynamically displayed to the user on a result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067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66A3D-088C-E8F4-8E09-8E37207D183E}"/>
              </a:ext>
            </a:extLst>
          </p:cNvPr>
          <p:cNvSpPr txBox="1"/>
          <p:nvPr/>
        </p:nvSpPr>
        <p:spPr>
          <a:xfrm>
            <a:off x="1747520" y="365760"/>
            <a:ext cx="9661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Structure Overview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AAF54C-87A5-572D-DC50-F10578B97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545084"/>
            <a:ext cx="10434267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app.py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main Flask application file containing all routes, game logic, and database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templates/index.html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HTML form where the user inputs their name and selects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their move (rock, paper, or scissors).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templates/result.html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Displays the outcome of the game (win, loss, tie) and stores the game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 in MongoDB.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Folder for static assets like CSS or image files (if required).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Stores player data and results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964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4715538" y="189245"/>
            <a:ext cx="4641295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rgbClr val="C00000"/>
                </a:solidFill>
              </a:rPr>
              <a:t>Implementation Details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DDCB9A-A6F0-A733-28C4-0D81F5AFB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289" y="851279"/>
            <a:ext cx="5436476" cy="576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6CBF-AE92-363B-E8D0-1749F1ED2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B5D179-E8AB-B37B-F005-2309D4F83555}"/>
              </a:ext>
            </a:extLst>
          </p:cNvPr>
          <p:cNvSpPr txBox="1"/>
          <p:nvPr/>
        </p:nvSpPr>
        <p:spPr>
          <a:xfrm>
            <a:off x="2202426" y="206477"/>
            <a:ext cx="8524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Python code walkthrough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3EF813-6C05-5491-0C13-28A840D8B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680" y="206477"/>
            <a:ext cx="8114722" cy="7417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Captures name and move.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Generates computer move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random.choice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 Logic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Determines win/loss/tie based on conditions.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Stores in MongoDB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insert_one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user_choice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==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computer_choice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result = "It's a tie!"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elif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user_choice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== 'rock' and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computer_choice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== 'scissors') or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user_choice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== 'paper' and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computer_choice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== 'rock') or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user_choice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== 'scissors' and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computer_choice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== 'paper'):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result = "You win!"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result = "You lose!"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558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72E4-EFD8-D49E-8CAB-538E812D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A3B67F-15F8-3EBD-ED76-9789692B532D}"/>
              </a:ext>
            </a:extLst>
          </p:cNvPr>
          <p:cNvSpPr txBox="1"/>
          <p:nvPr/>
        </p:nvSpPr>
        <p:spPr>
          <a:xfrm>
            <a:off x="2241755" y="334297"/>
            <a:ext cx="8121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MongoDB Interaction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B5761-3A3E-40DF-31FB-A6D49BC49781}"/>
              </a:ext>
            </a:extLst>
          </p:cNvPr>
          <p:cNvSpPr txBox="1"/>
          <p:nvPr/>
        </p:nvSpPr>
        <p:spPr>
          <a:xfrm>
            <a:off x="1325880" y="1750070"/>
            <a:ext cx="609600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MongoDB Setup</a:t>
            </a:r>
            <a:r>
              <a:rPr lang="en-US" sz="1600" dirty="0"/>
              <a:t>: We use </a:t>
            </a:r>
            <a:r>
              <a:rPr lang="en-US" sz="1600" b="1" dirty="0" err="1"/>
              <a:t>PyMongo</a:t>
            </a:r>
            <a:r>
              <a:rPr lang="en-US" sz="1600" dirty="0"/>
              <a:t> to connect to a local MongoDB instance. The game results are stored in a </a:t>
            </a:r>
            <a:r>
              <a:rPr lang="en-US" sz="1600" b="1" dirty="0" err="1"/>
              <a:t>game_results</a:t>
            </a:r>
            <a:r>
              <a:rPr lang="en-US" sz="1600" dirty="0"/>
              <a:t> collection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/>
              <a:t>Data Structure</a:t>
            </a:r>
            <a:r>
              <a:rPr lang="en-US" sz="1600" dirty="0"/>
              <a:t>: Each document in the collection contains the following fields: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name</a:t>
            </a:r>
            <a:r>
              <a:rPr lang="en-US" sz="1600" dirty="0"/>
              <a:t>: The player's name.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choice</a:t>
            </a:r>
            <a:r>
              <a:rPr lang="en-US" sz="1600" dirty="0"/>
              <a:t>: The player's selected move (rock, paper, or scissors).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result</a:t>
            </a:r>
            <a:r>
              <a:rPr lang="en-US" sz="1600" dirty="0"/>
              <a:t>: The outcome of the game (win, loss, tie).</a:t>
            </a:r>
          </a:p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2F21CB0-96D9-1AAB-A1A0-3FF571A02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880" y="4715353"/>
            <a:ext cx="10682733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Inserting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result is inserted into MongoDB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insert_one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ensuring that each game session 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stored separately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pymongo.MongoClient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://localhost:27017/")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client["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game_db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615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2805953" y="228601"/>
            <a:ext cx="7023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40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C832639-E0A5-4AD9-42EA-334465836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" y="1225689"/>
            <a:ext cx="1140889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Leaderboard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🏆: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 ranking system where users can view their performance (win/loss count) against others.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Multiplayer Mode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🎮: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the game for multiplayer functionality, allowing multiple users to play against each other.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User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🎨: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 more sophisticated and interactive frontend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 without refreshing the page.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Improvements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🤖: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advanced AI logic to make the computer's choices less predictable, perhaps using 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machine learning model to improve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Optimization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📱: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the web interface responsive for mobile users, ensuring smooth gameplay on smartphones and tablets.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667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9E5CCF2A-8682-33FB-3EC1-86AC0858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>
            <a:extLst>
              <a:ext uri="{FF2B5EF4-FFF2-40B4-BE49-F238E27FC236}">
                <a16:creationId xmlns:a16="http://schemas.microsoft.com/office/drawing/2014/main" id="{91D57330-66A8-8219-6782-F14014FD44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1250" y="252306"/>
            <a:ext cx="2776686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C00000"/>
                </a:solidFill>
              </a:rPr>
              <a:t>Implementation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58D4C9-9A87-372C-51B5-42A8C38F5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413" y="1017277"/>
            <a:ext cx="4627180" cy="2798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8F6A0E-EF14-A0E5-7023-939EF764B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368" y="1016507"/>
            <a:ext cx="4753304" cy="2890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5E185-98FD-F7AF-0E3E-438B01505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6003" y="3907146"/>
            <a:ext cx="5785946" cy="289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15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45F177DF-9835-87D1-5B78-7C14EF37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>
            <a:extLst>
              <a:ext uri="{FF2B5EF4-FFF2-40B4-BE49-F238E27FC236}">
                <a16:creationId xmlns:a16="http://schemas.microsoft.com/office/drawing/2014/main" id="{76026487-1117-786A-7CA9-6DB0C7486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5726" y="630679"/>
            <a:ext cx="2776686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C00000"/>
                </a:solidFill>
              </a:rPr>
              <a:t>Database: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D9FB5-62BF-2256-C5B8-F621D84C1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342" y="1797269"/>
            <a:ext cx="9113316" cy="468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82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9F562264-386A-8790-C155-E939C07B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>
            <a:extLst>
              <a:ext uri="{FF2B5EF4-FFF2-40B4-BE49-F238E27FC236}">
                <a16:creationId xmlns:a16="http://schemas.microsoft.com/office/drawing/2014/main" id="{FFE61933-73F1-3168-3810-3D8621201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07657" y="3137396"/>
            <a:ext cx="2776686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9753227"/>
      </p:ext>
    </p:extLst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906</Words>
  <Application>Microsoft Office PowerPoint</Application>
  <PresentationFormat>Widescreen</PresentationFormat>
  <Paragraphs>95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Unicode MS</vt:lpstr>
      <vt:lpstr>Calibri</vt:lpstr>
      <vt:lpstr>Noto Sans Symbols</vt:lpstr>
      <vt:lpstr>Times New Roman</vt:lpstr>
      <vt:lpstr>Flow</vt:lpstr>
      <vt:lpstr>Rock Paper Scissors Game using Python Flask and MongoDB</vt:lpstr>
      <vt:lpstr>Introduction</vt:lpstr>
      <vt:lpstr>PowerPoint Presentation</vt:lpstr>
      <vt:lpstr>PowerPoint Presentation</vt:lpstr>
      <vt:lpstr>PowerPoint Presentation</vt:lpstr>
      <vt:lpstr>PowerPoint Presentation</vt:lpstr>
      <vt:lpstr>Implementation Details</vt:lpstr>
      <vt:lpstr>PowerPoint Presentation</vt:lpstr>
      <vt:lpstr>PowerPoint Presentation</vt:lpstr>
      <vt:lpstr>PowerPoint Presentation</vt:lpstr>
      <vt:lpstr>Implementation</vt:lpstr>
      <vt:lpstr>Database: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Monika Thangaraj</cp:lastModifiedBy>
  <cp:revision>2</cp:revision>
  <dcterms:modified xsi:type="dcterms:W3CDTF">2025-04-26T07:48:14Z</dcterms:modified>
</cp:coreProperties>
</file>